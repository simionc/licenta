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76EA-4C96-4F5F-A2FD-373494180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3428999"/>
            <a:ext cx="5980232" cy="226855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and Modern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77BC-6FD1-4943-BF96-4ECA2936B1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Simion Cristina - Florentina</a:t>
            </a:r>
          </a:p>
        </p:txBody>
      </p:sp>
    </p:spTree>
    <p:extLst>
      <p:ext uri="{BB962C8B-B14F-4D97-AF65-F5344CB8AC3E}">
        <p14:creationId xmlns:p14="http://schemas.microsoft.com/office/powerpoint/2010/main" val="3123301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DB51-C4BB-4D02-B0FB-F9042365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dirty="0"/>
              <a:t> theme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7E2E64-B062-4363-BE58-DE6D05DF6A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2790362"/>
            <a:ext cx="4244327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Problem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Project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Target Audience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74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F16C-2757-411B-9D9E-93AFDE73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technologies used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0C3285-6CA8-413F-AD1E-633C1676A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0824" y="2417921"/>
            <a:ext cx="7763436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Backend Framework: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.NET Core (C#)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Frontend Ecosystem: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Database &amp; ORM: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combined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Design Framework: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Specialized Editors: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Markdown with LaTeX-style notation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208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02CD-E4DD-4011-ABF1-56D22673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EA1B6C-CDF2-42AD-93DD-51739B9ABA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9" y="2152080"/>
            <a:ext cx="7679674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Frontend Layer (React)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Backend Layer (ASP.NET 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 Flow Mechanics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Role-Based Security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4025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F10C-BFE3-4A98-9EF8-452B238F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4634F6-F17D-4E6C-830C-C62840BD13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2244143"/>
            <a:ext cx="6397721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Current Achievements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Identified Bottlenecks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Platform Challenges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Future Research &amp; Scale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141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{5CF9E011-D7ED-4DF7-9BE3-19AC7FFD2C45}TF37254b02-f5b5-44b0-803d-e6af9466a024d8712c6d-28d3f990fef7</Template>
  <TotalTime>147</TotalTime>
  <Words>109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MS Shell Dlg 2</vt:lpstr>
      <vt:lpstr>Times New Roman</vt:lpstr>
      <vt:lpstr>Wingdings</vt:lpstr>
      <vt:lpstr>Wingdings 3</vt:lpstr>
      <vt:lpstr>Madison</vt:lpstr>
      <vt:lpstr>Organization and Modern Learning</vt:lpstr>
      <vt:lpstr>The theme </vt:lpstr>
      <vt:lpstr>Methods and technologies used </vt:lpstr>
      <vt:lpstr>How it works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 and Modern Learning</dc:title>
  <dc:creator>Simion Cristina</dc:creator>
  <cp:lastModifiedBy>Simion Cristina</cp:lastModifiedBy>
  <cp:revision>9</cp:revision>
  <dcterms:created xsi:type="dcterms:W3CDTF">2026-07-05T18:23:49Z</dcterms:created>
  <dcterms:modified xsi:type="dcterms:W3CDTF">2026-07-05T20:51:30Z</dcterms:modified>
</cp:coreProperties>
</file>